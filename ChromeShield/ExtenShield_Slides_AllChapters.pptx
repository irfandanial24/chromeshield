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291840" cy="3291840"/>
          </a:xfrm>
          <a:prstGeom prst="ellipse">
            <a:avLst/>
          </a:prstGeom>
          <a:solidFill>
            <a:srgbClr val="6A11C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108960"/>
            <a:ext cx="2743200" cy="2743200"/>
          </a:xfrm>
          <a:prstGeom prst="ellipse">
            <a:avLst/>
          </a:prstGeom>
          <a:solidFill>
            <a:srgbClr val="2575F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ExtenShield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Browser Extension Detection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5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Irfan Danial Bin Reza Rosdee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5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Artificial Intelligence and Cybersecurity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5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 Teknikal Malaysia Melaka  •  Final Year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252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Introduction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problem, objectives &amp;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55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2: Literature Review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and detection approaches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Methodology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requirements &amp; schedule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Design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flow, modules &amp; UI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264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5: Implementation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and modules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767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6: Testing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and results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Conclusion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Contribution, limitations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statement, objectives and scope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extensions are everywhere, but they are powerful.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can read pages, cookies and keystrokes, and send data out.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over-privileged and request more access than they need.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extensions still pass the store review and reach users.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no easy way to judge safety before installing.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3504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in the Chrome Web Store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423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350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least privilege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474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350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hit by the Cyberhaven attack (2024)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 •  Awareness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install extensions without understanding the access they are granting. Permission prompts are short and technical, and are usually accepted without reading.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 •  Reactive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browser protections (store review, blacklists, removal) act only AFTER a malicious extension is discovered and reported.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PS3  •  No explanation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give a single safe / unsafe verdict with no reason, so users cannot judge or trust the result and learn to ignore warnings.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Which permissions and code behaviours signal malicious extensions?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How can suspicious behaviour be detected by static analysis before installation?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How can results be presented so an ordinary user understands the risk?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PO1: Investigate permissions, threats and code patterns of malicious extensions.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PO2: Develop ExtenShield using rule-based static analysis.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PO3: Evaluate it on benign and malicious samples with clear, explained results.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Google Chrome extensions.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of manifest, permissions and JavaScript (never runs the extension).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scoring, not machine learning.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by Web Store link or .zip / .crx upload.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Streamlit.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pre-installation safety check.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Proactive: inspects an extension before it is installed.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every point traces to a named rule.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a CLI tool and a public web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and detection approaches (2019–2026)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Extensions &amp; Permissions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are built with HTML, CSS and JavaScript plus a manifest file.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unlock features: cookies, tabs, history, clipboard, scripting.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permissions decide which sites; &lt;all_urls&gt; means every website.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extensions break the principle of least privilege.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removes ~87.8% of abusable APIs, but static analysis is still needed.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from Malicious Extensions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146304" cy="146304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session theft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passwords and session cookies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572768"/>
            <a:ext cx="146304" cy="146304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logging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everything typed via key listeners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146304" cy="146304"/>
          </a:xfrm>
          <a:prstGeom prst="ellipse">
            <a:avLst/>
          </a:prstGeom>
          <a:solidFill>
            <a:srgbClr val="6A11C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stolen data to external servers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27248"/>
            <a:ext cx="146304" cy="146304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35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hijacking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35844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homepage and search engine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3127248"/>
            <a:ext cx="146304" cy="146304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035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fraud &amp; cryptojacking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20440" y="35844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ads, mine cryptocurrency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5FF"/>
          </a:solidFill>
          <a:ln w="12700">
            <a:solidFill>
              <a:srgbClr val="E2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27248"/>
            <a:ext cx="146304" cy="146304"/>
          </a:xfrm>
          <a:prstGeom prst="ellipse">
            <a:avLst/>
          </a:prstGeom>
          <a:solidFill>
            <a:srgbClr val="2575F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035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supply-chain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35844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forms; poisoned auto-updates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194560"/>
        </p:xfrm>
        <a:graphic>
          <a:graphicData uri="http://schemas.openxmlformats.org/drawingml/2006/table">
            <a:tbl>
              <a:tblPr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1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11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/ 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11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11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ExtenShield uses a rule-based static approach: fast, safe, no dataset, and fully explainable.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approach, requirements and schedule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(SDLC)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pic>
        <p:nvPicPr>
          <p:cNvPr id="4" name="Image 0" descr="/sessions/sleepy-stoic-noether/mnt/outputs/fig_method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1143000"/>
            <a:ext cx="4023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Web Store link or .zip / .crx file.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manifest and JavaScript.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permission, host and code rules.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0–100 score and risk level.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finding with reason and evidence.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never executes the extension.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point traces to a rule.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a non-technical user.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a scan finishes in seconds.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Maintainable: rules separate from logic.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pic>
        <p:nvPicPr>
          <p:cNvPr id="4" name="Image 0" descr="/sessions/sleepy-stoic-noether/mnt/outputs/fig_gant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7863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flow, modules and interface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pic>
        <p:nvPicPr>
          <p:cNvPr id="4" name="Image 0" descr="/sessions/sleepy-stoic-noether/mnt/outputs/fig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097280"/>
            <a:ext cx="3657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pic>
        <p:nvPicPr>
          <p:cNvPr id="4" name="Image 0" descr="/sessions/sleepy-stoic-noether/mnt/outputs/fig_df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65836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Scanning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pic>
        <p:nvPicPr>
          <p:cNvPr id="4" name="Image 0" descr="/sessions/sleepy-stoic-noether/mnt/outputs/fig_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4206240" cy="3657600"/>
          </a:xfrm>
          <a:prstGeom prst="rect">
            <a:avLst/>
          </a:prstGeom>
        </p:spPr>
      </p:pic>
      <p:pic>
        <p:nvPicPr>
          <p:cNvPr id="5" name="Image 1" descr="/sessions/sleepy-stoic-noether/mnt/outputs/fig_flowcha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960120"/>
            <a:ext cx="3383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Risk Scoring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Loader — downloads / unpacks and reads manifest + JS.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Analysis — flags dangerous permissions.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Host-Permission Analysis — flags broad site access.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Code-Pattern Analysis — scans JavaScript for risky patterns.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sums weighted rules into a 0–100 score.</a:t>
            </a:r>
            <a:endParaRPr lang="en-US" sz="1350" dirty="0"/>
          </a:p>
        </p:txBody>
      </p:sp>
      <p:pic>
        <p:nvPicPr>
          <p:cNvPr id="5" name="Image 0" descr="/sessions/sleepy-stoic-noether/mnt/outputs/fig_riskb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920240"/>
            <a:ext cx="310896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mapped to four bands: Minimal, Low, Medium, High.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and how the modules were built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(mainly the standard library).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the web dashboard.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as the editor.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for version control.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for hosting.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open-source; no licence needed.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or dataset to maintain.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turns Python into a web app quickly.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and online from the same code.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loader.py — downloads / unpacks the extension and reads the manifest and JS.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rules.py — holds the permission, host and code-pattern rules.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analyzer.py — applies the rules and produces findings.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— sums the weights into a 0–100 score and risk band.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webstore.py — fetches an extension from a Web Store link.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/ cli.py — the web dashboard and the command-line tool.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+ Streamlit Cloud (extenshield.streamlit.app) and also runs on localhost.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and results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Store link is accepted and scanned.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.zip / .crx upload is accepted and scanned.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and JavaScript are read correctly.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level and findings are displayed.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input shows a clear error message.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sample should score low (Minimal).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sample should score high (High).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matches the correct rule.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black-box and white-box cases.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E9F7EF"/>
          </a:solidFill>
          <a:ln w="12700">
            <a:solidFill>
              <a:srgbClr val="CBE9D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sample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CEBEA"/>
          </a:solidFill>
          <a:ln w="12700">
            <a:solidFill>
              <a:srgbClr val="F3CF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sample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8006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 — the tool clearly separates safe from malicious extensions.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108960" cy="3108960"/>
          </a:xfrm>
          <a:prstGeom prst="ellipse">
            <a:avLst/>
          </a:prstGeom>
          <a:solidFill>
            <a:srgbClr val="6A11C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Contribution, limitations and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objectives (PO1–PO3) were achieved.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ExtenShield checks an extension before installation using rule-based static analysis.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an explainable 0–100 risk score with reasons and evidence.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clearly separated the benign sample from the malicious one in testing.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command-line tool and a public web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only — it cannot see runtime behaviour.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may miss brand-new tricks.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set by expert judgement.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7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dynamic analysis to observe behaviour.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weights using a labelled dataset.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rule set over time.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it as a browser plug-in.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743200"/>
            <a:ext cx="3291840" cy="3291840"/>
          </a:xfrm>
          <a:prstGeom prst="ellipse">
            <a:avLst/>
          </a:prstGeom>
          <a:solidFill>
            <a:srgbClr val="6A11C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  •  extenshield.streamlit.app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ExtenShield FYP</dc:title>
  <dc:subject>PptxGenJS Presentation</dc:subject>
  <dc:creator>Muhammad Irfan Danial</dc:creator>
  <cp:lastModifiedBy>Muhammad Irfan Danial</cp:lastModifiedBy>
  <cp:revision>1</cp:revision>
  <dcterms:created xsi:type="dcterms:W3CDTF">2026-08-31T20:08:56Z</dcterms:created>
  <dcterms:modified xsi:type="dcterms:W3CDTF">2026-08-31T20:08:56Z</dcterms:modified>
</cp:coreProperties>
</file>